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C6563AE-682D-49F9-8480-E1011A2AFD0B}" v="8" dt="2026-06-04T18:57:37.8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5F4CFA-3FDF-3C12-6833-64D55BECF7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F8AEE3-0E9E-178C-C398-47A18A9A83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BBD20C-F946-8479-7ADF-CC6555027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1EA236-77DE-DC0D-33C7-8A138ACF9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5C101-16E9-C0C2-F60C-94D6A3C52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6819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14F54-B54C-4581-CC97-D1CFAC0CB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D2BB2-254A-E094-7C9D-84634E5EE1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4B099D-6CCA-089E-23C9-4A4FD8BC9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4175-B08D-3F46-4CAC-E8086BCB8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C69FBB-C3DD-4494-F3A0-DBD117E50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632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57C5A-04B1-B408-DD99-E9B30A089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0D047-4FA6-822E-5E6E-91185D9BD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2344C-F48A-C67A-4BAC-37400E155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F7E6D-A5F8-20D3-1CBF-4450252B9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F4BE9-10AB-5038-53EA-86206F6C5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58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56B22-D2D6-6508-A431-5CAB89C3A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669C3-944D-2731-C8F5-2D3F1E28C2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599045-839C-7C98-3C5D-82528675C7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01D329-C533-86B8-25AF-7BC2DADA7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248F-5DBF-CDE4-1DBE-1C96790FE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68B71C-576D-1A10-E993-934526DF4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88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2C2B-F098-D3DA-8E5D-9E260C8F7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F5A7DE-526D-EB42-934D-ACA15F8CD9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11F05A-584D-9ECD-FE32-4D9B333733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BE1558-20BB-E9C8-E376-6D70E12E7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D5E587C-9869-059E-C5AD-DA637B2591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CD3CB0-365C-83B6-C0CA-6D7C43D21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DCA8B97-77B4-59D2-B24B-341BB1BE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A3C19-F3C6-151F-27B0-C0060E716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09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235AE-F7C7-2E56-19EF-27CAD3B5C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C9B3B9-073A-E662-3A88-04CA15D37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E3AD32-5D62-1F39-C06D-2366682C26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8A5DAC-1035-B4D8-0BFA-22E6311D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2787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AA7372-33EC-BED0-AFA7-999F74DE0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E2E423-BE72-CDC9-D4E6-8DE93F892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D17E0C-45CC-58E0-23EA-F98EE7A59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367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CBC72-01AB-D2FE-046A-DD91E2B5B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74BAE-F88C-850C-2C29-F5F680875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6DDBD5-80C6-04E4-F734-588481DC2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D1624-847C-DCF0-9DFB-15747E3AB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F87DB-E725-1521-6201-70C94C75E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4E1D11-4645-2CE2-3479-434F71B7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44796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BCE2B-72A1-43A7-19EE-B9155A52B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B75BBB-A5CD-2D4F-3D2D-370EF42769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8E3F4-D3B0-7AA3-E3A6-3332BAC8DB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A34508-0A0C-974D-C4CA-0AD9C1FB4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B551A-6F15-3176-7D3B-C746EE4F8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7288B-D194-0466-B93A-C51678303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107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17927-F247-1809-A880-D3226BE2A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D0198A-91B5-0B3B-F40A-038BBDB345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9356B-F89F-B4A0-A402-EC8B8EDAE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1FB199-B45D-0D37-F4DA-6F11D93388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25ABA-B18D-5D1A-0B88-F9E70746C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38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530CDF-8BBB-C787-5F36-FF1A53DD94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978824-8A0F-DE41-DD39-C4BFDBCED0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DD72E-E098-3314-6B9B-28C6C0A6A5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E872D-0D03-66AD-B02C-F51D381C1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FF1B4-C74E-BFC9-000E-ACE692D0A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893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000933-D73F-42A8-BDF5-B9381C3A5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17E2E0-1D2C-B5DC-0D66-274C8E2B2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D2261A-2D5D-6C9B-54AB-4C88C630AA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7FB57B-A49D-4448-B8A1-B472C8C2771A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3FB89-6BDB-A584-C212-59AFA04805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9A164-AA2F-7EF4-7749-1C7839E50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D21A28-E2A8-48A7-8543-04A093F99A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894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s://kuwait10.net/category/oracle-database/" TargetMode="External"/><Relationship Id="rId7" Type="http://schemas.openxmlformats.org/officeDocument/2006/relationships/hyperlink" Target="https://www.bleepingcomputer.com/news/microsoft/windows-11-kb5079473-and-kb5078883-cumulative-updates-released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50BDF4A-8E6E-BC89-D861-74DC176192A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46760" y="482600"/>
            <a:ext cx="10698480" cy="6217920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60814-CE8D-F79C-FBF3-88637FBFEAB3}"/>
              </a:ext>
            </a:extLst>
          </p:cNvPr>
          <p:cNvSpPr txBox="1"/>
          <p:nvPr/>
        </p:nvSpPr>
        <p:spPr>
          <a:xfrm>
            <a:off x="4673600" y="99536"/>
            <a:ext cx="284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Oracle Virtual Environment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570BB7A-B9C8-2DC3-C397-11C427C75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24351" y="40878"/>
            <a:ext cx="427990" cy="42799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A2D681-8A6E-9C71-0B17-D29144A01A6F}"/>
              </a:ext>
            </a:extLst>
          </p:cNvPr>
          <p:cNvSpPr txBox="1"/>
          <p:nvPr/>
        </p:nvSpPr>
        <p:spPr>
          <a:xfrm>
            <a:off x="2123123" y="4685687"/>
            <a:ext cx="283388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AZ-DC-01</a:t>
            </a:r>
          </a:p>
          <a:p>
            <a:r>
              <a:rPr lang="en-US" dirty="0"/>
              <a:t>Windows Server 2022</a:t>
            </a:r>
          </a:p>
          <a:p>
            <a:r>
              <a:rPr lang="en-US" dirty="0"/>
              <a:t>Domain Controller</a:t>
            </a:r>
          </a:p>
          <a:p>
            <a:r>
              <a:rPr lang="en-US" dirty="0"/>
              <a:t>DNS, File, and Print Server</a:t>
            </a:r>
          </a:p>
          <a:p>
            <a:r>
              <a:rPr lang="en-US" dirty="0"/>
              <a:t>Action1</a:t>
            </a:r>
          </a:p>
          <a:p>
            <a:r>
              <a:rPr lang="en-US" dirty="0"/>
              <a:t>PDQ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E88ADB3-7C8C-0DB9-750A-5D9CFD544B20}"/>
              </a:ext>
            </a:extLst>
          </p:cNvPr>
          <p:cNvSpPr txBox="1"/>
          <p:nvPr/>
        </p:nvSpPr>
        <p:spPr>
          <a:xfrm>
            <a:off x="7918449" y="4742640"/>
            <a:ext cx="20376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WIN11-Client</a:t>
            </a:r>
          </a:p>
          <a:p>
            <a:r>
              <a:rPr lang="en-US" dirty="0"/>
              <a:t>Windows 11 Pro</a:t>
            </a:r>
          </a:p>
          <a:p>
            <a:r>
              <a:rPr lang="en-US" dirty="0"/>
              <a:t>Domain Joined</a:t>
            </a:r>
          </a:p>
          <a:p>
            <a:r>
              <a:rPr lang="en-US" dirty="0"/>
              <a:t>User: Mike</a:t>
            </a:r>
          </a:p>
          <a:p>
            <a:r>
              <a:rPr lang="en-US" dirty="0"/>
              <a:t>User: John</a:t>
            </a:r>
          </a:p>
          <a:p>
            <a:r>
              <a:rPr lang="en-US" dirty="0"/>
              <a:t>User: Scott</a:t>
            </a:r>
          </a:p>
        </p:txBody>
      </p:sp>
      <p:pic>
        <p:nvPicPr>
          <p:cNvPr id="3" name="Graphic 2" descr="Server outline">
            <a:extLst>
              <a:ext uri="{FF2B5EF4-FFF2-40B4-BE49-F238E27FC236}">
                <a16:creationId xmlns:a16="http://schemas.microsoft.com/office/drawing/2014/main" id="{B6C71178-70B3-CB7E-DE4B-3542285F6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01898" y="3337113"/>
            <a:ext cx="1558737" cy="1558737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20CEA84-8E3F-1CFD-8743-8496C22A1914}"/>
              </a:ext>
            </a:extLst>
          </p:cNvPr>
          <p:cNvGrpSpPr/>
          <p:nvPr/>
        </p:nvGrpSpPr>
        <p:grpSpPr>
          <a:xfrm>
            <a:off x="7987933" y="3167156"/>
            <a:ext cx="1898650" cy="1898650"/>
            <a:chOff x="7893050" y="3694205"/>
            <a:chExt cx="1898650" cy="1898650"/>
          </a:xfrm>
        </p:grpSpPr>
        <p:pic>
          <p:nvPicPr>
            <p:cNvPr id="8" name="Graphic 7" descr="Computer with solid fill">
              <a:extLst>
                <a:ext uri="{FF2B5EF4-FFF2-40B4-BE49-F238E27FC236}">
                  <a16:creationId xmlns:a16="http://schemas.microsoft.com/office/drawing/2014/main" id="{CA94DD71-4096-2625-7D53-DCB68A25C1E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93050" y="3694205"/>
              <a:ext cx="1898650" cy="189865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77A4E2CC-B43B-703B-5DA6-B0CB89579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7"/>
                </a:ext>
              </a:extLst>
            </a:blip>
            <a:stretch>
              <a:fillRect/>
            </a:stretch>
          </p:blipFill>
          <p:spPr>
            <a:xfrm>
              <a:off x="8051800" y="4208793"/>
              <a:ext cx="950501" cy="642607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9CD03A57-4274-E967-6C69-E926EEE96E4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5439174" y="2176368"/>
            <a:ext cx="866376" cy="866376"/>
          </a:xfrm>
          <a:prstGeom prst="rect">
            <a:avLst/>
          </a:prstGeom>
        </p:spPr>
      </p:pic>
      <p:pic>
        <p:nvPicPr>
          <p:cNvPr id="19" name="Graphic 18" descr="Wireless with solid fill">
            <a:extLst>
              <a:ext uri="{FF2B5EF4-FFF2-40B4-BE49-F238E27FC236}">
                <a16:creationId xmlns:a16="http://schemas.microsoft.com/office/drawing/2014/main" id="{548DB100-E829-D6CF-D0A8-6389809ABB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391150" y="482600"/>
            <a:ext cx="914400" cy="914400"/>
          </a:xfrm>
          <a:prstGeom prst="rect">
            <a:avLst/>
          </a:prstGeom>
        </p:spPr>
      </p:pic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2B5BDA6-C8A9-DD94-C214-6001109C1650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790950" y="4116481"/>
            <a:ext cx="419698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A5BA0FDB-E93D-4EA3-A43D-0B0E2A5D31E5}"/>
              </a:ext>
            </a:extLst>
          </p:cNvPr>
          <p:cNvSpPr txBox="1"/>
          <p:nvPr/>
        </p:nvSpPr>
        <p:spPr>
          <a:xfrm>
            <a:off x="4538346" y="3003683"/>
            <a:ext cx="2833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          VirtualBox Host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5FD1ED-6055-7170-6775-E32638448E51}"/>
              </a:ext>
            </a:extLst>
          </p:cNvPr>
          <p:cNvSpPr txBox="1"/>
          <p:nvPr/>
        </p:nvSpPr>
        <p:spPr>
          <a:xfrm>
            <a:off x="5380484" y="1398337"/>
            <a:ext cx="983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Internet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E8E5276-F80E-62F4-2891-8F3DDC0D1AF8}"/>
              </a:ext>
            </a:extLst>
          </p:cNvPr>
          <p:cNvCxnSpPr>
            <a:cxnSpLocks/>
          </p:cNvCxnSpPr>
          <p:nvPr/>
        </p:nvCxnSpPr>
        <p:spPr>
          <a:xfrm>
            <a:off x="5802512" y="1723219"/>
            <a:ext cx="0" cy="4086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66D74D58-E4CC-9791-D217-662CDC10BDE3}"/>
              </a:ext>
            </a:extLst>
          </p:cNvPr>
          <p:cNvCxnSpPr/>
          <p:nvPr/>
        </p:nvCxnSpPr>
        <p:spPr>
          <a:xfrm flipV="1">
            <a:off x="3790950" y="3188349"/>
            <a:ext cx="1314450" cy="348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656B4B4B-7C70-AF4D-52D9-8FADF8DD078D}"/>
              </a:ext>
            </a:extLst>
          </p:cNvPr>
          <p:cNvCxnSpPr>
            <a:cxnSpLocks/>
          </p:cNvCxnSpPr>
          <p:nvPr/>
        </p:nvCxnSpPr>
        <p:spPr>
          <a:xfrm>
            <a:off x="6680200" y="3188349"/>
            <a:ext cx="1307733" cy="3486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67236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96A25E27C1544F9DE3A2F885C0EC8D" ma:contentTypeVersion="5" ma:contentTypeDescription="Create a new document." ma:contentTypeScope="" ma:versionID="13dec14c5b133bd2c7edcdcd08f74028">
  <xsd:schema xmlns:xsd="http://www.w3.org/2001/XMLSchema" xmlns:xs="http://www.w3.org/2001/XMLSchema" xmlns:p="http://schemas.microsoft.com/office/2006/metadata/properties" xmlns:ns3="cd9c25bf-73d0-492f-ae41-7863a3c2830c" targetNamespace="http://schemas.microsoft.com/office/2006/metadata/properties" ma:root="true" ma:fieldsID="c5206c46d7b57e30881e6ecf8617b280" ns3:_="">
    <xsd:import namespace="cd9c25bf-73d0-492f-ae41-7863a3c283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9c25bf-73d0-492f-ae41-7863a3c283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61DD5A1-1538-40AC-8BF4-A169DD26C337}">
  <ds:schemaRefs>
    <ds:schemaRef ds:uri="cd9c25bf-73d0-492f-ae41-7863a3c2830c"/>
    <ds:schemaRef ds:uri="http://schemas.microsoft.com/office/2006/documentManagement/types"/>
    <ds:schemaRef ds:uri="http://purl.org/dc/dcmitype/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100A9485-25D0-4ADE-B340-573514DA5E8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d9c25bf-73d0-492f-ae41-7863a3c283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E5E82A0-CCE3-4187-80F4-DC223B4616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38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Lenz,Jared Alejandro</dc:creator>
  <cp:lastModifiedBy>Lenz,Jared Alejandro</cp:lastModifiedBy>
  <cp:revision>3</cp:revision>
  <dcterms:created xsi:type="dcterms:W3CDTF">2026-05-02T20:32:08Z</dcterms:created>
  <dcterms:modified xsi:type="dcterms:W3CDTF">2026-06-04T18:58:39Z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0x0101009996A25E27C1544F9DE3A2F885C0EC8D</vt:lpwstr>
  </property>
</Properties>
</file>